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D50CEC-2D8F-8026-47E6-04A4C12AB5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4430A93-298F-5D9B-8ECA-6707CB9B85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B407F7F-664A-902D-A26B-AE307F7F3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F72BD34-D188-1FA3-ABC3-753F0ECEC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2C076E0-52C5-453B-CA20-4C7FE6989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0784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37F433-48D4-31D3-C6A0-9D4A028CC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855FA4-0FC6-D852-07D8-6830CE175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79EF4C-A68A-5402-5B1B-C3416E63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41130A-28E2-BBE4-C6B5-358C48677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E8662B-AD87-9186-4D66-49D79BC4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29256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34C821-39DA-B97E-7CCA-66C3C25F9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D52DAE5-C187-CEAC-7898-BF94284F1C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52AAA91-5102-897D-8340-50C1CAE19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F0E84E-8CB6-9F56-6271-0EB24959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F69081-F1C2-360E-CB17-7067DA1CA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9427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5D9605-D616-0D40-FB6B-5EC897815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0DA9352-0444-1DC7-58BB-48739D7F36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C4BAF5E-49ED-626B-AEDD-42EC5F2E80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10051-DAF8-6C5F-CFC2-718F9344F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8DAC4D-F798-CC8D-7FFE-59FE3A7E1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B93CBED-F511-2CBC-09C4-C70349FA8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17391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508421-513B-A887-0C14-034FDFE9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C3433B-C614-77A7-26F0-FA41C84D7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7AED8B1-7A3E-E9CF-E3BB-D2DC75F44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8E045F-3E6E-6890-2B56-B4DB60027A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95E2C43-1CEE-1BF8-6B94-02FDFE57F1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CA7E8988-E4A6-53AB-30AF-8D98B49AA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F94DA5F-A7CB-5461-667A-190702E8E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EE54323-49A8-DB1F-15EE-D360AF6AE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83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384DB9-7BB0-E0BF-2860-D30E190D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4D6471-66FF-56FD-1022-6EF866C8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32A0C87-CD2D-66D1-4BD8-E4748B865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2BEB518-5A29-6886-CE16-4CB72EE8E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89831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9F16DB7-2E2B-C690-8E6C-8A494D07B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C4DD13F-CB38-C55B-C9A1-F2BAA1B16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C1E800-05B8-1F1D-AFFE-E9EB501BA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5009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EE4C02-4C3C-DDF0-6651-DB351D440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77591A-F6CE-F2F5-CC93-91E5B90E2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85F3C6E-559F-D2D1-3086-A62B59851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3E12DDE-1B25-6810-4CE4-C4DB31A0A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634B7C-0AF4-4207-0258-E494C74E6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461DE1A-31E3-E918-F2B1-13F3BB891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750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B5326C-0A46-EA2B-86D5-69874A70B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089C8C20-A1EA-36B0-6FC0-BCC8A2CDF57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E4CBB25-8077-A2CD-FB20-B6D518988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976DCE7-E2BD-35E4-67E6-9632944EC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DC2DB27-74B0-6DC7-0EFB-588E0F327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5274D15-E7B5-B73B-6B3E-6E0B5CDB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7160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A12A7-25FA-E9D3-04B7-7689B42F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492BF26-9878-14BF-935D-9A916E5B9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BC05E75-E26D-2B2D-1C43-D93D8885B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256234-9FEA-F1E4-2F22-16A5A080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867A92D-59F9-9DB3-4117-B4FFB9F4A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1236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1028665-0DC8-7246-8B9C-2BDE1C159F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4EB7914-FC80-9B7E-F203-DEB60AAA7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6BB8AC-863D-B88A-DB9C-FC501E037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4C66BA-3EDA-248F-C1D9-C9F9F5D42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987169F-C1DA-6118-3B91-6C7D76FB2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5297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678C05F-22BB-148F-CA23-FDFD3FC22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E69B83B-78CC-0B1C-D313-F8445A2EB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1A6B6D-EF6A-1BC2-50F6-FB93544D7F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7FF2D-06F0-4022-BD05-94C850C7DAA6}" type="datetimeFigureOut">
              <a:rPr lang="it-IT" smtClean="0"/>
              <a:t>26/10/2026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33B0DFD-9548-807D-DA64-8D2454EAF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A17A1D-D93B-73DF-006D-ADFB4FDD8D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3D3C8A-D959-4138-A4C6-4C123A6B747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07941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1B1F09-C28D-E752-21D8-978E8B47A2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4800"/>
              <a:t>Configuratore di prodotto per le vendite</a:t>
            </a:r>
            <a:endParaRPr lang="it-IT" sz="4800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A7820FF-99A4-E60D-2AAD-5ACC42D4C3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4029075" cy="1655762"/>
          </a:xfrm>
        </p:spPr>
        <p:txBody>
          <a:bodyPr/>
          <a:lstStyle/>
          <a:p>
            <a:r>
              <a:rPr lang="it-IT"/>
              <a:t>Autore: Cavina Mattia</a:t>
            </a:r>
            <a:endParaRPr lang="it-IT" dirty="0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27C0FC0-BBF0-ED33-C526-21D5CC9629F6}"/>
              </a:ext>
            </a:extLst>
          </p:cNvPr>
          <p:cNvSpPr txBox="1">
            <a:spLocks/>
          </p:cNvSpPr>
          <p:nvPr/>
        </p:nvSpPr>
        <p:spPr>
          <a:xfrm>
            <a:off x="6734175" y="3602038"/>
            <a:ext cx="4029075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Relatrice: Annalisa Franco</a:t>
            </a:r>
          </a:p>
        </p:txBody>
      </p:sp>
    </p:spTree>
    <p:extLst>
      <p:ext uri="{BB962C8B-B14F-4D97-AF65-F5344CB8AC3E}">
        <p14:creationId xmlns:p14="http://schemas.microsoft.com/office/powerpoint/2010/main" val="2759071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30E-4A9D-E78B-247C-CA2CDE868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ttotitolo 7">
            <a:extLst>
              <a:ext uri="{FF2B5EF4-FFF2-40B4-BE49-F238E27FC236}">
                <a16:creationId xmlns:a16="http://schemas.microsoft.com/office/drawing/2014/main" id="{2701B09E-E5EB-20BC-72AC-CBA054745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" y="706438"/>
            <a:ext cx="9842500" cy="2417762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it-IT" sz="3000" dirty="0"/>
              <a:t>Contesto del lavoro: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dirty="0"/>
              <a:t>Richiedente: azienda </a:t>
            </a:r>
            <a:r>
              <a:rPr lang="it-IT" dirty="0" err="1"/>
              <a:t>Cepi.s.p.a</a:t>
            </a:r>
            <a:r>
              <a:rPr lang="it-IT" dirty="0"/>
              <a:t>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dirty="0"/>
              <a:t>Situazione: azienda in espansione con un fatturato in crescita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dirty="0"/>
              <a:t>Reparto interessato al progetto: Reparto vendite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dirty="0"/>
              <a:t>Attuale tecnologia utilizzata: Database Access implementato ~30 anni fa.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dirty="0"/>
              <a:t>Attuale fase aziendale: l’azienda è in un momento di riorganizzazione dei flussi e programmi infamativi,</a:t>
            </a:r>
          </a:p>
        </p:txBody>
      </p:sp>
    </p:spTree>
    <p:extLst>
      <p:ext uri="{BB962C8B-B14F-4D97-AF65-F5344CB8AC3E}">
        <p14:creationId xmlns:p14="http://schemas.microsoft.com/office/powerpoint/2010/main" val="4478194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75</Words>
  <Application>Microsoft Office PowerPoint</Application>
  <PresentationFormat>Widescreen</PresentationFormat>
  <Paragraphs>9</Paragraphs>
  <Slides>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di Office</vt:lpstr>
      <vt:lpstr>Configuratore di prodotto per le vendite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Mattia Cavina</dc:creator>
  <cp:lastModifiedBy>Mattia Cavina</cp:lastModifiedBy>
  <cp:revision>3</cp:revision>
  <dcterms:created xsi:type="dcterms:W3CDTF">2026-10-26T11:20:28Z</dcterms:created>
  <dcterms:modified xsi:type="dcterms:W3CDTF">2026-10-26T11:30:49Z</dcterms:modified>
</cp:coreProperties>
</file>